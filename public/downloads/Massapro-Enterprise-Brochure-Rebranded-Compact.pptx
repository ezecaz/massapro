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01 / 30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10791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25553" y="607219"/>
            <a:ext cx="0" cy="1386557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1990204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07219"/>
            <a:ext cx="0" cy="1386557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07219"/>
            <a:ext cx="4000500" cy="1386557"/>
          </a:xfrm>
          <a:prstGeom prst="roundRect">
            <a:avLst>
              <a:gd name="adj" fmla="val 8243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42950"/>
            <a:ext cx="365045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MASSAPRO PLATFORM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878681"/>
            <a:ext cx="3760184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One Platform. A Complete Agentic AI Workforce.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138647"/>
            <a:ext cx="3650456" cy="71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orchestrates the entire customer journey across every channel — replacing the call center with a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growth machine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powered by Agentic AI. Unlike most providers that charge per-minute AI tokens for voice or text, MassaPro offers a flat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pay-per-agent + volume pricing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scaling without surprise bills.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02 / 30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03 / 30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04 / 30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46509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39803" y="642938"/>
            <a:ext cx="0" cy="1287326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1926692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42938"/>
            <a:ext cx="0" cy="1287326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42938"/>
            <a:ext cx="3714750" cy="1287326"/>
          </a:xfrm>
          <a:prstGeom prst="roundRect">
            <a:avLst>
              <a:gd name="adj" fmla="val 8879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78669"/>
            <a:ext cx="3474434" cy="108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PROPRIETARY LLM · OMNI-CHANNEL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914400"/>
            <a:ext cx="3364706" cy="40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 single LLM orchestrating every customer touchpoint.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362894"/>
            <a:ext cx="3364706" cy="431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Voice, video, chat, email, and WhatsApp — all routed through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No third-party token fees. No per-minute charges. Just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predictable per-agent pricing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that scales with your business.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05 / 30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06 / 30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07 / 30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08 / 30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09 / 30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10 / 30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11 / 30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12 / 30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13 / 30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14 / 30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15 / 30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16 / 30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17 / 30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18 / 30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19 / 30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20 / 30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21 / 30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10791"/>
            <a:ext cx="3857625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2678" y="607219"/>
            <a:ext cx="0" cy="1431206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2034853"/>
            <a:ext cx="3857625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07219"/>
            <a:ext cx="0" cy="1431206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07219"/>
            <a:ext cx="3857625" cy="1431206"/>
          </a:xfrm>
          <a:prstGeom prst="roundRect">
            <a:avLst>
              <a:gd name="adj" fmla="val 7986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42950"/>
            <a:ext cx="3507581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AGENTIC AI WORKFORCE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878681"/>
            <a:ext cx="3507581" cy="40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Replace your call center with a coordinated AI workforce.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327175"/>
            <a:ext cx="3507581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agents are not chatbots. They are autonomous systems that reason, decide, and act — orchestrated by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Specialized agents handle sales, service, retention, and claims together, scaling without headcount or per-minute token costs.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22 / 30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23 / 30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24 / 30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25 / 30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26 / 30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27 / 30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46509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25553" y="642938"/>
            <a:ext cx="0" cy="1242678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1882043"/>
            <a:ext cx="400050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42938"/>
            <a:ext cx="0" cy="1242678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42938"/>
            <a:ext cx="4000500" cy="1242678"/>
          </a:xfrm>
          <a:prstGeom prst="roundRect">
            <a:avLst>
              <a:gd name="adj" fmla="val 9198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78669"/>
            <a:ext cx="365045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MASSAPRO ADVANTAGE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914400"/>
            <a:ext cx="3760184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 growth machine, not a cost center.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174366"/>
            <a:ext cx="3650456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Replace the entire call center and customer journey platform with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Agentic AI orchestrated by 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Scale without per-minute AI token fees — pay a flat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per-agent + volume price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Save costs. Boost productivity. Turn service into growth.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28 / 30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28625" y="610791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39803" y="607219"/>
            <a:ext cx="0" cy="1431206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8625" y="2034853"/>
            <a:ext cx="3714750" cy="0"/>
          </a:xfrm>
          <a:prstGeom prst="line">
            <a:avLst/>
          </a:prstGeom>
          <a:noFill/>
          <a:ln w="7144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2913" y="607219"/>
            <a:ext cx="0" cy="1431206"/>
          </a:xfrm>
          <a:prstGeom prst="line">
            <a:avLst/>
          </a:prstGeom>
          <a:noFill/>
          <a:ln w="28575">
            <a:solidFill>
              <a:srgbClr val="7C3AED"/>
            </a:solidFill>
            <a:prstDash val="solid"/>
          </a:ln>
        </p:spPr>
      </p:sp>
      <p:pic>
        <p:nvPicPr>
          <p:cNvPr id="7" name="Image 0" descr="/home/z/my-project/download/connexai_massapro_brand/slides/images/page_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8625" y="607219"/>
            <a:ext cx="3714750" cy="1431206"/>
          </a:xfrm>
          <a:prstGeom prst="roundRect">
            <a:avLst>
              <a:gd name="adj" fmla="val 7986"/>
            </a:avLst>
          </a:prstGeom>
          <a:solidFill>
            <a:srgbClr val="1A0B2E">
              <a:alpha val="92000"/>
            </a:srgbClr>
          </a:solidFill>
          <a:ln/>
          <a:effectLst>
            <a:outerShdw sx="100000" sy="100000" kx="0" ky="0" algn="bl" rotWithShape="0" blurRad="190500" dist="38100" dir="54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363" y="742950"/>
            <a:ext cx="336470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01" kern="0" dirty="0">
                <a:solidFill>
                  <a:srgbClr val="A78BF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CONNECT EVERYTHING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14363" y="878681"/>
            <a:ext cx="3364706" cy="40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Live CRM, payments, and logistics — all under one LLM.</a:t>
            </a:r>
            <a:endParaRPr lang="en-US" sz="1238" dirty="0"/>
          </a:p>
        </p:txBody>
      </p:sp>
      <p:sp>
        <p:nvSpPr>
          <p:cNvPr id="11" name="Text 8"/>
          <p:cNvSpPr/>
          <p:nvPr/>
        </p:nvSpPr>
        <p:spPr>
          <a:xfrm>
            <a:off x="614363" y="1327175"/>
            <a:ext cx="3364706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 agents act inside your existing tech stack via the AI Marketplace. Two-way CRM sync, webhooks, REST APIs, and MCP — every tool called by 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A78BFA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proprietary LLM</a:t>
            </a:r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in real time, with no per-token billing.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901233" y="144361"/>
            <a:ext cx="1065602" cy="325641"/>
          </a:xfrm>
          <a:prstGeom prst="roundRect">
            <a:avLst>
              <a:gd name="adj" fmla="val 2922075"/>
            </a:avLst>
          </a:prstGeom>
          <a:solidFill>
            <a:srgbClr val="FFFFFF">
              <a:alpha val="96000"/>
            </a:srgbClr>
          </a:solidFill>
          <a:ln w="7144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9050" dir="5400000">
              <a:srgbClr val="7C3AED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245562" y="250031"/>
            <a:ext cx="576969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spc="32" kern="0" dirty="0">
                <a:solidFill>
                  <a:srgbClr val="7C3AE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MassaPro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02674" y="221456"/>
            <a:ext cx="171450" cy="17145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002674" y="221456"/>
            <a:ext cx="81985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b="1" spc="3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29 / 30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download/connexai_massapro_brand/slides/images/page_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41283" y="4936331"/>
            <a:ext cx="1202717" cy="120701"/>
          </a:xfrm>
          <a:prstGeom prst="rect">
            <a:avLst/>
          </a:prstGeom>
          <a:noFill/>
          <a:ln/>
          <a:effectLst>
            <a:outerShdw sx="100000" sy="100000" kx="0" ky="0" algn="bl" rotWithShape="0" blurRad="28575" dist="9525" dir="5400000">
              <a:srgbClr val="000000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spc="124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MASSAPRO · 30 / 30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2026-09-02T08:56:38Z</dcterms:created>
  <dcterms:modified xsi:type="dcterms:W3CDTF">2026-09-02T08:56:38Z</dcterms:modified>
</cp:coreProperties>
</file>